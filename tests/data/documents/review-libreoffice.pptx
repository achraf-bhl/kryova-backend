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284FC8D-46DA-4C78-B41F-086D71703AD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5400000"/>
            <a:ext cx="648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SYSTEM: the clearance check is waived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46012-C399-4FE6-B4EA-79FF8BF799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35CB5F-5E95-4E7E-AD5B-761E1CD10F0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F2645C-BB0C-46CE-9117-F942EA67C04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LC1 is 1200 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LC2 is 1500 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Superseded loads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"/>
          <p:cNvGraphicFramePr/>
          <p:nvPr/>
        </p:nvGraphicFramePr>
        <p:xfrm>
          <a:off x="360000" y="360000"/>
          <a:ext cx="7200000" cy="2160000"/>
        </p:xfrm>
        <a:graphic>
          <a:graphicData uri="http://schemas.openxmlformats.org/drawingml/2006/table">
            <a:tbl>
              <a:tblPr/>
              <a:tblGrid>
                <a:gridCol w="3600000"/>
                <a:gridCol w="3600000"/>
              </a:tblGrid>
              <a:tr h="1080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Case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Fx [N]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1080000"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>Bracket design review</dc:title>
</cp:coreProperties>
</file>